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9" r:id="rId4"/>
    <p:sldId id="260" r:id="rId5"/>
    <p:sldId id="258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88"/>
    <p:restoredTop sz="96739"/>
  </p:normalViewPr>
  <p:slideViewPr>
    <p:cSldViewPr snapToGrid="0">
      <p:cViewPr varScale="1">
        <p:scale>
          <a:sx n="145" d="100"/>
          <a:sy n="145" d="100"/>
        </p:scale>
        <p:origin x="2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26F8-171B-1B41-A449-0034BC59C089}" type="datetimeFigureOut">
              <a:rPr lang="en-US" smtClean="0"/>
              <a:t>4/19/24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4C692-7F02-B747-B7B5-46F50F983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617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26F8-171B-1B41-A449-0034BC59C089}" type="datetimeFigureOut">
              <a:rPr lang="en-US" smtClean="0"/>
              <a:t>4/19/24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4C692-7F02-B747-B7B5-46F50F983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043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26F8-171B-1B41-A449-0034BC59C089}" type="datetimeFigureOut">
              <a:rPr lang="en-US" smtClean="0"/>
              <a:t>4/19/24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4C692-7F02-B747-B7B5-46F50F983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729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26F8-171B-1B41-A449-0034BC59C089}" type="datetimeFigureOut">
              <a:rPr lang="en-US" smtClean="0"/>
              <a:t>4/19/24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4C692-7F02-B747-B7B5-46F50F983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859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26F8-171B-1B41-A449-0034BC59C089}" type="datetimeFigureOut">
              <a:rPr lang="en-US" smtClean="0"/>
              <a:t>4/19/24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4C692-7F02-B747-B7B5-46F50F983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596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26F8-171B-1B41-A449-0034BC59C089}" type="datetimeFigureOut">
              <a:rPr lang="en-US" smtClean="0"/>
              <a:t>4/19/24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4C692-7F02-B747-B7B5-46F50F983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328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26F8-171B-1B41-A449-0034BC59C089}" type="datetimeFigureOut">
              <a:rPr lang="en-US" smtClean="0"/>
              <a:t>4/19/24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4C692-7F02-B747-B7B5-46F50F983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054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26F8-171B-1B41-A449-0034BC59C089}" type="datetimeFigureOut">
              <a:rPr lang="en-US" smtClean="0"/>
              <a:t>4/19/24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4C692-7F02-B747-B7B5-46F50F983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367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26F8-171B-1B41-A449-0034BC59C089}" type="datetimeFigureOut">
              <a:rPr lang="en-US" smtClean="0"/>
              <a:t>4/19/24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4C692-7F02-B747-B7B5-46F50F983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599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26F8-171B-1B41-A449-0034BC59C089}" type="datetimeFigureOut">
              <a:rPr lang="en-US" smtClean="0"/>
              <a:t>4/19/24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4C692-7F02-B747-B7B5-46F50F983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501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26F8-171B-1B41-A449-0034BC59C089}" type="datetimeFigureOut">
              <a:rPr lang="en-US" smtClean="0"/>
              <a:t>4/19/24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4C692-7F02-B747-B7B5-46F50F983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82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E826F8-171B-1B41-A449-0034BC59C089}" type="datetimeFigureOut">
              <a:rPr lang="en-US" smtClean="0"/>
              <a:t>4/19/24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94C692-7F02-B747-B7B5-46F50F983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711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intrusivememory.shinyapps.io/shinymeta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intrusivememory.shinyapps.io/shinymeta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szeng@bidmc.harvard.edu" TargetMode="External"/><Relationship Id="rId2" Type="http://schemas.openxmlformats.org/officeDocument/2006/relationships/hyperlink" Target="mailto:mchiu@connect.hku.hk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8F919-1ED3-5491-B17F-CEDE24874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27356"/>
            <a:ext cx="9144000" cy="1750741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A video tutorial </a:t>
            </a:r>
            <a:b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on how to use the</a:t>
            </a:r>
            <a:r>
              <a:rPr lang="zh-TW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website for</a:t>
            </a:r>
            <a:r>
              <a:rPr lang="zh-CN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meta</a:t>
            </a:r>
            <a:r>
              <a:rPr lang="en-US" altLang="zh-TW" sz="3600" b="1" dirty="0">
                <a:latin typeface="Arial" panose="020B0604020202020204" pitchFamily="34" charset="0"/>
                <a:cs typeface="Arial" panose="020B0604020202020204" pitchFamily="34" charset="0"/>
              </a:rPr>
              <a:t>-analysis of intrusive memories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C15ECE-1FB1-5158-A7FD-CF6D0800F0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923456"/>
            <a:ext cx="9143999" cy="193454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Narrator: Dr.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Shengzi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Zeng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曾盛梓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Developed by Shengzi Zeng, Man Hey Chiu &amp;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Jingyun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Huang 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B6F96A0-D6A1-EF7C-7E83-28D25C00FB8D}"/>
              </a:ext>
            </a:extLst>
          </p:cNvPr>
          <p:cNvSpPr txBox="1">
            <a:spLocks/>
          </p:cNvSpPr>
          <p:nvPr/>
        </p:nvSpPr>
        <p:spPr>
          <a:xfrm>
            <a:off x="-468352" y="3880818"/>
            <a:ext cx="9991491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https://intrusivememory.shinyapps.io/shinymeta/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54326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CD954-46FC-4169-4B7D-CD4EC0715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53108-B9ED-6FDA-8494-F11A735F5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 overview of the project &amp; website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 to select data 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 to run a main analysis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 to run a moderation analysis 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 to run analysis of an individual technique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2777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DC7E6-1D38-4C7C-0EAB-4E7275148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80943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About the project &amp; website</a:t>
            </a:r>
          </a:p>
        </p:txBody>
      </p:sp>
      <p:pic>
        <p:nvPicPr>
          <p:cNvPr id="5" name="Content Placeholder 4" descr="A white paper with black text&#10;&#10;Description automatically generated">
            <a:extLst>
              <a:ext uri="{FF2B5EF4-FFF2-40B4-BE49-F238E27FC236}">
                <a16:creationId xmlns:a16="http://schemas.microsoft.com/office/drawing/2014/main" id="{6F29A817-2FB1-2991-D7F5-7863232E48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2944" y="1018498"/>
            <a:ext cx="5208902" cy="209399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8B020F-F9F3-C344-A947-C89A44EE85E0}"/>
              </a:ext>
            </a:extLst>
          </p:cNvPr>
          <p:cNvSpPr txBox="1"/>
          <p:nvPr/>
        </p:nvSpPr>
        <p:spPr>
          <a:xfrm>
            <a:off x="0" y="6211669"/>
            <a:ext cx="9054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APA Citation:</a:t>
            </a:r>
          </a:p>
          <a:p>
            <a:r>
              <a:rPr lang="en-HK" sz="12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Varma, M. M., Zeng, S., Singh, L., Holmes, E. A., Huang, J., Chiu, M., &amp; Hu, X. (2023). A systematic review and meta-analysis of modulating intrusive memories from lab-analogue trauma.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7A70D37-B013-E9A6-9050-504E0A85BC06}"/>
              </a:ext>
            </a:extLst>
          </p:cNvPr>
          <p:cNvSpPr txBox="1">
            <a:spLocks/>
          </p:cNvSpPr>
          <p:nvPr/>
        </p:nvSpPr>
        <p:spPr>
          <a:xfrm>
            <a:off x="1644202" y="5976235"/>
            <a:ext cx="6211229" cy="470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hlinkClick r:id="rId3"/>
              </a:rPr>
              <a:t>https://intrusivememory.shinyapps.io/shinymeta/</a:t>
            </a:r>
            <a:r>
              <a:rPr lang="en-US" sz="1200" dirty="0"/>
              <a:t> </a:t>
            </a:r>
          </a:p>
        </p:txBody>
      </p:sp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6B5A4621-35BA-2893-720E-AD1656C6D2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2944" y="3112491"/>
            <a:ext cx="5653746" cy="2686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757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CD954-46FC-4169-4B7D-CD4EC0715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53108-B9ED-6FDA-8494-F11A735F5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overview of the project &amp; website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 to select data 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 to run a main analysis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 to run a moderation analysis 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 to run analysis of an individual technique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486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35E95-AC57-82E1-9B9C-B357F592D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Thank you!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7A181-0056-7CB9-6C43-299E29947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91440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you have any questions, please contact</a:t>
            </a:r>
          </a:p>
          <a:p>
            <a:pPr marL="0" indent="0" algn="ctr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Man Hey Chiu at </a:t>
            </a:r>
            <a:r>
              <a:rPr lang="en-HK" sz="2400" b="0" i="0" u="none" strike="noStrike" dirty="0">
                <a:solidFill>
                  <a:srgbClr val="3C8DB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mchiu@connect.hku.hk</a:t>
            </a:r>
            <a:r>
              <a:rPr lang="en-HK" sz="2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marL="0" indent="0" algn="ctr">
              <a:buNone/>
            </a:pPr>
            <a:r>
              <a:rPr lang="en-HK" sz="2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or </a:t>
            </a:r>
          </a:p>
          <a:p>
            <a:pPr marL="0" indent="0" algn="ctr">
              <a:buNone/>
            </a:pPr>
            <a:r>
              <a:rPr lang="en-HK" sz="2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Shengzi Zeng at </a:t>
            </a:r>
            <a:r>
              <a:rPr lang="en-HK" sz="2400" b="0" i="0" u="none" strike="noStrike" dirty="0">
                <a:solidFill>
                  <a:srgbClr val="3C8DB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szeng@bidmc.harvard.edu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626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455</TotalTime>
  <Words>208</Words>
  <Application>Microsoft Macintosh PowerPoint</Application>
  <PresentationFormat>On-screen Show (4:3)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A video tutorial  on how to use the website for  meta-analysis of intrusive memories</vt:lpstr>
      <vt:lpstr>Outline</vt:lpstr>
      <vt:lpstr>About the project &amp; website</vt:lpstr>
      <vt:lpstr>Outline</vt:lpstr>
      <vt:lpstr>Thank you!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Video Tutorial  on how to use the website for  meta-analysis of intrusive memories</dc:title>
  <dc:creator>Xiaoqing</dc:creator>
  <cp:lastModifiedBy>Shengzi Zeng</cp:lastModifiedBy>
  <cp:revision>5</cp:revision>
  <dcterms:created xsi:type="dcterms:W3CDTF">2024-04-19T00:15:29Z</dcterms:created>
  <dcterms:modified xsi:type="dcterms:W3CDTF">2024-04-20T03:29:49Z</dcterms:modified>
</cp:coreProperties>
</file>